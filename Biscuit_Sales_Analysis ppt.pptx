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F273D-CAFD-41A4-B45E-1D48DDD07A39}" v="199" dt="2026-10-02T05:36:37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Biscuit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Regional Sales Performance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Excel formulas such as XLOOKUP, TEXT, DATEDIF, and arithmetic operators were used to clean data, calculate key metrics, and prepare the dataset for analysis and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BD91-42B8-ECD6-0C90-D0E28520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dirty="0">
                <a:ea typeface="Calibri"/>
                <a:cs typeface="Calibri"/>
              </a:rPr>
              <a:t>Excel Headers:</a:t>
            </a:r>
            <a:endParaRPr lang="en-US" sz="32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300D8-519F-1E6B-0440-9B9C458D3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ea typeface="Calibri"/>
                <a:cs typeface="Calibri"/>
              </a:rPr>
              <a:t>• Transaction Date</a:t>
            </a:r>
            <a:endParaRPr lang="en-US"/>
          </a:p>
          <a:p>
            <a:pPr lvl="1"/>
            <a:r>
              <a:rPr lang="en-US" dirty="0">
                <a:ea typeface="Calibri"/>
                <a:cs typeface="Calibri"/>
              </a:rPr>
              <a:t>• Buyer Name</a:t>
            </a:r>
          </a:p>
          <a:p>
            <a:pPr lvl="1"/>
            <a:r>
              <a:rPr lang="en-US" dirty="0">
                <a:ea typeface="Calibri"/>
                <a:cs typeface="Calibri"/>
              </a:rPr>
              <a:t>• Location</a:t>
            </a:r>
          </a:p>
          <a:p>
            <a:pPr lvl="1"/>
            <a:r>
              <a:rPr lang="en-US" dirty="0">
                <a:ea typeface="Calibri"/>
                <a:cs typeface="Calibri"/>
              </a:rPr>
              <a:t>• Quantity Purchased</a:t>
            </a:r>
          </a:p>
          <a:p>
            <a:pPr lvl="1"/>
            <a:r>
              <a:rPr lang="en-US" dirty="0">
                <a:ea typeface="Calibri"/>
                <a:cs typeface="Calibri"/>
              </a:rPr>
              <a:t>• Biscuit Brand</a:t>
            </a:r>
          </a:p>
          <a:p>
            <a:pPr lvl="1"/>
            <a:r>
              <a:rPr lang="en-US" dirty="0">
                <a:ea typeface="Calibri"/>
                <a:cs typeface="Calibri"/>
              </a:rPr>
              <a:t>• Total Revenue</a:t>
            </a:r>
          </a:p>
          <a:p>
            <a:pPr lvl="1"/>
            <a:r>
              <a:rPr lang="en-US" dirty="0">
                <a:ea typeface="Calibri"/>
                <a:cs typeface="Calibri"/>
              </a:rPr>
              <a:t>• Profit</a:t>
            </a:r>
          </a:p>
          <a:p>
            <a:pPr lvl="1"/>
            <a:r>
              <a:rPr lang="en-US" dirty="0">
                <a:ea typeface="Calibri"/>
                <a:cs typeface="Calibri"/>
              </a:rPr>
              <a:t>• Profit Margin %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255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0902"/>
            <a:ext cx="8229600" cy="1344283"/>
          </a:xfrm>
        </p:spPr>
        <p:txBody>
          <a:bodyPr>
            <a:normAutofit fontScale="90000"/>
          </a:bodyPr>
          <a:lstStyle/>
          <a:p>
            <a:r>
              <a:t>Raw Document: Unibic Orders in San Antonio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205268"/>
              </p:ext>
            </p:extLst>
          </p:nvPr>
        </p:nvGraphicFramePr>
        <p:xfrm>
          <a:off x="460075" y="2170981"/>
          <a:ext cx="8229600" cy="43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93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Transaction Date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Buyer Name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Location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Biscuit Brand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Quantity Purchased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Total Revenue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Profit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2024-02-29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Michael Livingston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380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₹17,100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₹13,300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2024-01-29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David Barr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₹4,230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₹3,290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2024-03-13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Rita Jacobs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₹4,455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₹3,465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2024-04-18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Holly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₹4,365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₹3,395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2024-03-28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Katherine Abbott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71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₹3,195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₹2,485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2024-05-04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Samuel Jordan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₹18,990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₹14,770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2024-06-12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Cheryl Goodman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₹2,790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₹2,170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2024-05-28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Melissa 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₹5,400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₹4,200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30547"/>
          </a:xfrm>
        </p:spPr>
        <p:txBody>
          <a:bodyPr>
            <a:normAutofit fontScale="90000"/>
          </a:bodyPr>
          <a:lstStyle/>
          <a:p>
            <a:r>
              <a:t>Raw Document: Buyer Demographics &amp; Data Cleaning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874242"/>
              </p:ext>
            </p:extLst>
          </p:nvPr>
        </p:nvGraphicFramePr>
        <p:xfrm>
          <a:off x="920150" y="2127849"/>
          <a:ext cx="7315200" cy="4240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Buyer Name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Age Group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Gender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Payment Method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Location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Allen Santos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59-68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Other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Credit Card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Brenda Shaw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69+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Debit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Jose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Robert Hernandez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69+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Female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Cash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Philadelphia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Alexander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29-38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Debit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Mary Rodriguez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49-58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Other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Credit Card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Jose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Clinton Haynes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49-58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Philadelphia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Jamie Steele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39-48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Other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Debit Card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David Hunt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59-68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Credit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Jose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Robert Hernandez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59-68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Other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Credit Card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Philadelphia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49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Alexander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69+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30547"/>
          </a:xfrm>
        </p:spPr>
        <p:txBody>
          <a:bodyPr>
            <a:normAutofit fontScale="90000"/>
          </a:bodyPr>
          <a:lstStyle/>
          <a:p>
            <a:r>
              <a:t>Regional Sales &amp; Top Brand Averages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786866"/>
              </p:ext>
            </p:extLst>
          </p:nvPr>
        </p:nvGraphicFramePr>
        <p:xfrm>
          <a:off x="460075" y="2041584"/>
          <a:ext cx="4114800" cy="412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69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Biscuit Brand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Profit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Profit Margin %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₹8,771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77.78%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Little Hearts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₹4,642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50.0%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Oreo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₹3,531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50.0%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Britannia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₹1,013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18.18%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 err="1"/>
                        <a:t>Malkist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₹1,009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28.57%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17.39%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48924"/>
              </p:ext>
            </p:extLst>
          </p:nvPr>
        </p:nvGraphicFramePr>
        <p:xfrm>
          <a:off x="5032075" y="2084716"/>
          <a:ext cx="3657600" cy="4130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03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Location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Total Revenue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03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Antonio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₹73,43,282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03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San Jose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₹63,43,424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03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Philadelphia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₹63,15,796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03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Houston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₹61,79,951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03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Dallas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₹61,28,566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03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dirty="0"/>
                        <a:t>₹60,66,717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Distribution</a:t>
            </a:r>
          </a:p>
        </p:txBody>
      </p:sp>
      <p:pic>
        <p:nvPicPr>
          <p:cNvPr id="3" name="Picture 2" descr="regional_sales_rup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3657600"/>
          </a:xfrm>
          <a:prstGeom prst="rect">
            <a:avLst/>
          </a:prstGeom>
        </p:spPr>
      </p:pic>
      <p:pic>
        <p:nvPicPr>
          <p:cNvPr id="4" name="Picture 3" descr="product_sales_rupe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Distribution by Region and Biscuit Brand</a:t>
            </a:r>
          </a:p>
        </p:txBody>
      </p:sp>
      <p:pic>
        <p:nvPicPr>
          <p:cNvPr id="3" name="Picture 2" descr="stacked_bar_rup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3641"/>
          </a:xfrm>
        </p:spPr>
        <p:txBody>
          <a:bodyPr>
            <a:normAutofit fontScale="90000"/>
          </a:bodyPr>
          <a:lstStyle/>
          <a:p>
            <a:r>
              <a:t>Relationship Between Quantity and Sales Amount</a:t>
            </a:r>
          </a:p>
        </p:txBody>
      </p:sp>
      <p:pic>
        <p:nvPicPr>
          <p:cNvPr id="3" name="Picture 2" descr="scatter_qty_rev_rup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4" y="191794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Document: Profit Margin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Transaction Date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Biscuit Brand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Profit Margin %</a:t>
                      </a:r>
                    </a:p>
                  </a:txBody>
                  <a:tcPr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2024-01-04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Los Angeles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2024-09-15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2024-04-15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Dallas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2024-07-30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Philadelphia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2024-07-19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Los Angeles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San 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2024-05-18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Dallas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₹22,365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₹17,395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2024-01-16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Philadelphia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2024-02-06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Philadelphia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Unibic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₹22,365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₹17,395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77.78%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&amp; Profit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5218"/>
            <a:ext cx="8229600" cy="4410945"/>
          </a:xfrm>
        </p:spPr>
        <p:txBody>
          <a:bodyPr/>
          <a:lstStyle/>
          <a:p>
            <a:r>
              <a:t>KEY METRICS (2024)</a:t>
            </a:r>
          </a:p>
          <a:p>
            <a:r>
              <a:t>• Total Sales: ₹6,15,67,883</a:t>
            </a:r>
          </a:p>
          <a:p>
            <a:r>
              <a:t>• Total Profit: ₹2,67,84,833</a:t>
            </a:r>
          </a:p>
          <a:p>
            <a:r>
              <a:t>• Average Profit Margin: 34.7%</a:t>
            </a:r>
          </a:p>
          <a:p>
            <a:r>
              <a:t>• Average Discount: N/A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Summary &amp; Project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57463" cy="129266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/>
          </a:p>
          <a:p>
            <a:pPr>
              <a:defRPr sz="1800" b="1"/>
            </a:pPr>
            <a:r>
              <a:rPr dirty="0"/>
              <a:t>Project Summary &amp; Insights:</a:t>
            </a:r>
            <a:endParaRPr dirty="0">
              <a:ea typeface="Calibri"/>
              <a:cs typeface="Calibri"/>
            </a:endParaRP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Unibic</a:t>
            </a:r>
            <a:r>
              <a:rPr dirty="0"/>
              <a:t> and Little Hearts dominate sales, accounting for over ₹2,50,00,000 in total revenue.</a:t>
            </a:r>
            <a:endParaRPr dirty="0">
              <a:ea typeface="Calibri"/>
              <a:cs typeface="Calibri"/>
            </a:endParaRPr>
          </a:p>
          <a:p>
            <a:pPr>
              <a:defRPr sz="1400"/>
            </a:pPr>
            <a:r>
              <a:rPr dirty="0"/>
              <a:t>• Top geographic markets include San Antonio and San Jose, which consistently yield high margins.</a:t>
            </a:r>
            <a:endParaRPr dirty="0">
              <a:ea typeface="Calibri"/>
              <a:cs typeface="Calibri"/>
            </a:endParaRPr>
          </a:p>
          <a:p>
            <a:pPr>
              <a:defRPr sz="1400"/>
            </a:pPr>
            <a:endParaRPr dirty="0"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/>
            </a:pPr>
            <a:r>
              <a:t>Access the Interactive Dashboard &amp; Raw Data:</a:t>
            </a:r>
          </a:p>
          <a:p>
            <a:pPr>
              <a:defRPr sz="1600">
                <a:solidFill>
                  <a:srgbClr val="0000FF"/>
                </a:solidFill>
              </a:defRPr>
            </a:pPr>
            <a:r>
              <a:t>Biscuit_Sales_Analysis.xlsx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Biscuit Sales Analysis</vt:lpstr>
      <vt:lpstr>Dataset Overview</vt:lpstr>
      <vt:lpstr>Excel Headers: </vt:lpstr>
      <vt:lpstr>Raw Document: Unibic Orders in San Antonio</vt:lpstr>
      <vt:lpstr>Raw Document: Buyer Demographics &amp; Data Cleaning</vt:lpstr>
      <vt:lpstr>Regional Sales &amp; Top Brand Averages</vt:lpstr>
      <vt:lpstr>Sales Distribution</vt:lpstr>
      <vt:lpstr>Sales Distribution by Region and Biscuit Brand</vt:lpstr>
      <vt:lpstr>Relationship Between Quantity and Sales Amount</vt:lpstr>
      <vt:lpstr>Raw Document: Profit Margin Overview</vt:lpstr>
      <vt:lpstr>Sales &amp; Profit Overview</vt:lpstr>
      <vt:lpstr>Dashboard Summary &amp; Project Data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29</cp:revision>
  <dcterms:created xsi:type="dcterms:W3CDTF">2013-01-27T09:14:16Z</dcterms:created>
  <dcterms:modified xsi:type="dcterms:W3CDTF">2026-10-02T05:37:11Z</dcterms:modified>
  <cp:category/>
</cp:coreProperties>
</file>